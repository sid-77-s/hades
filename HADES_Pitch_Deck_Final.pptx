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HADES</a:t>
            </a:r>
          </a:p>
          <a:p>
            <a:r>
              <a:t>The AI Partner for Linux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Innovation — Linux Based</a:t>
            </a:r>
          </a:p>
          <a:p/>
          <a:p>
            <a:r>
              <a:t>Turning natural-language goals into real work.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/ 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AI Orchestration Burden</a:t>
            </a:r>
          </a:p>
          <a:p>
            <a:pPr/>
            <a:r>
              <a:t>Today's AI assistants are optimized for conversation, not execution.</a:t>
            </a:r>
          </a:p>
          <a:p>
            <a:pPr/>
            <a:r>
              <a:t>Real work is pushed back onto the user.</a:t>
            </a:r>
          </a:p>
          <a:p>
            <a:pPr/>
            <a:r>
              <a:t>The User is the Orchestrator:</a:t>
            </a:r>
          </a:p>
          <a:p>
            <a:pPr lvl="1"/>
            <a:r>
              <a:t>  You choose which model to use.</a:t>
            </a:r>
          </a:p>
          <a:p>
            <a:pPr lvl="1"/>
            <a:r>
              <a:t>  You decide which tool to open.</a:t>
            </a:r>
          </a:p>
          <a:p>
            <a:pPr lvl="1"/>
            <a:r>
              <a:t>  You copy/paste context between applications.</a:t>
            </a:r>
          </a:p>
          <a:p>
            <a:pPr lvl="1"/>
            <a:r>
              <a:t>  You execute commands manually.</a:t>
            </a:r>
          </a:p>
          <a:p>
            <a:pPr lvl="1"/>
            <a:r>
              <a:t>  You monitor progress and verify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/ Why Current Workflows are Fragmented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Fragmentation Problem</a:t>
            </a:r>
          </a:p>
          <a:p>
            <a:pPr/>
            <a:r>
              <a:t>AI can explain what to do, but stops before the actual work.</a:t>
            </a:r>
          </a:p>
          <a:p>
            <a:pPr/>
            <a:r>
              <a:t>Complex tasks cross multiple tools:</a:t>
            </a:r>
          </a:p>
          <a:p>
            <a:pPr lvl="1"/>
            <a:r>
              <a:t>  Filesystem</a:t>
            </a:r>
          </a:p>
          <a:p>
            <a:pPr lvl="1"/>
            <a:r>
              <a:t>  Shell / Terminal</a:t>
            </a:r>
          </a:p>
          <a:p>
            <a:pPr lvl="1"/>
            <a:r>
              <a:t>  Browser</a:t>
            </a:r>
          </a:p>
          <a:p>
            <a:pPr lvl="1"/>
            <a:r>
              <a:t>  Research &amp; Documents</a:t>
            </a:r>
          </a:p>
          <a:p>
            <a:pPr/>
            <a:r>
              <a:t>Users need an assistant that can act with context without turning every action into a permission dialog.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/ The HADES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Outcome-Driven Execution</a:t>
            </a:r>
          </a:p>
          <a:p>
            <a:pPr/>
            <a:r>
              <a:t>HADES is an AI partner designed to turn natural-language goals into real work.</a:t>
            </a:r>
          </a:p>
          <a:p>
            <a:pPr/>
            <a:r>
              <a:t>Instead of micromanaging execution, the user gives an outcome.</a:t>
            </a:r>
          </a:p>
          <a:p>
            <a:pPr/>
            <a:r>
              <a:t>HADES handles the complexity:</a:t>
            </a:r>
          </a:p>
          <a:p>
            <a:pPr lvl="1"/>
            <a:r>
              <a:t>  Decides how to achieve the goal.</a:t>
            </a:r>
          </a:p>
          <a:p>
            <a:pPr lvl="1"/>
            <a:r>
              <a:t>  Delegates work to specialized models.</a:t>
            </a:r>
          </a:p>
          <a:p>
            <a:pPr lvl="1"/>
            <a:r>
              <a:t>  Uses Linux capabilities to execute.</a:t>
            </a:r>
          </a:p>
          <a:p>
            <a:pPr lvl="1"/>
            <a:r>
              <a:t>  Verifies the result.</a:t>
            </a:r>
          </a:p>
          <a:p>
            <a:pPr lvl="1"/>
            <a:r>
              <a:t>  Returns ONLY when the outcome is achieved.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/ How HADES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The Execution Loop</a:t>
            </a:r>
          </a:p>
          <a:p>
            <a:pPr/>
            <a:r>
              <a:t>1. UNDERSTAND: Interpret the user's natural language intent.</a:t>
            </a:r>
          </a:p>
          <a:p>
            <a:pPr/>
            <a:r>
              <a:t>2. PLAN: Break the outcome down into a structured mission.</a:t>
            </a:r>
          </a:p>
          <a:p>
            <a:pPr/>
            <a:r>
              <a:t>3. DELEGATE: Assign specific steps to specialized workers.</a:t>
            </a:r>
          </a:p>
          <a:p>
            <a:pPr/>
            <a:r>
              <a:t>4. EXECUTE: Use Linux tools (shell, files, browser) to perform the work.</a:t>
            </a:r>
          </a:p>
          <a:p>
            <a:pPr/>
            <a:r>
              <a:t>5. VERIFY: Inspect results, identify failures, and retry if necessary.</a:t>
            </a:r>
          </a:p>
          <a:p>
            <a:pPr/>
            <a:r>
              <a:t>6. RETURN: Report back to the user with a completed outcome.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/ Architecture: The Brains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Partner Brain + Execution Brain</a:t>
            </a:r>
          </a:p>
          <a:p>
            <a:pPr/>
            <a:r>
              <a:t>Partner Brain</a:t>
            </a:r>
          </a:p>
          <a:p>
            <a:pPr lvl="1"/>
            <a:r>
              <a:t>  Handles conversation and context.</a:t>
            </a:r>
          </a:p>
          <a:p>
            <a:pPr lvl="1"/>
            <a:r>
              <a:t>  Understands intent.</a:t>
            </a:r>
          </a:p>
          <a:p>
            <a:pPr lvl="1"/>
            <a:r>
              <a:t>  Decides if a request is casual chat or a real mission.</a:t>
            </a:r>
          </a:p>
          <a:p>
            <a:pPr lvl="1"/>
            <a:r>
              <a:t>  Clarifies ambiguity only when genuinely necessary.</a:t>
            </a:r>
          </a:p>
          <a:p>
            <a:pPr/>
            <a:r>
              <a:t>Execution Brain</a:t>
            </a:r>
          </a:p>
          <a:p>
            <a:pPr lvl="1"/>
            <a:r>
              <a:t>  Handles planning and orchestration.</a:t>
            </a:r>
          </a:p>
          <a:p>
            <a:pPr lvl="1"/>
            <a:r>
              <a:t>  Manages delegation to workers.</a:t>
            </a:r>
          </a:p>
          <a:p>
            <a:pPr lvl="1"/>
            <a:r>
              <a:t>  Monitors execution and handles results.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/ Architecture: Workers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Specialized Execution</a:t>
            </a:r>
          </a:p>
          <a:p>
            <a:pPr/>
            <a:r>
              <a:t>Workers</a:t>
            </a:r>
          </a:p>
          <a:p>
            <a:pPr lvl="1"/>
            <a:r>
              <a:t>  Replaceable, specialized AI models/agents.</a:t>
            </a:r>
          </a:p>
          <a:p>
            <a:pPr lvl="1"/>
            <a:r>
              <a:t>  Selected by HADES based on the task, not manually by the user.</a:t>
            </a:r>
          </a:p>
          <a:p>
            <a:pPr/>
            <a:r>
              <a:t>Linux Tools</a:t>
            </a:r>
          </a:p>
          <a:p>
            <a:pPr lvl="1"/>
            <a:r>
              <a:t>  Bash / Shell Execution</a:t>
            </a:r>
          </a:p>
          <a:p>
            <a:pPr lvl="1"/>
            <a:r>
              <a:t>  Filesystem Operations</a:t>
            </a:r>
          </a:p>
          <a:p>
            <a:pPr lvl="1"/>
            <a:r>
              <a:t>  Process Interaction</a:t>
            </a:r>
          </a:p>
          <a:p>
            <a:pPr lvl="1"/>
            <a:r>
              <a:t>  Browser &amp; Web Research</a:t>
            </a:r>
          </a:p>
          <a:p>
            <a:pPr lvl="1"/>
            <a:r>
              <a:t>  APIs &amp; Document Creation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/ Novelty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 Partner, Not a Command Box</a:t>
            </a:r>
          </a:p>
          <a:p>
            <a:pPr/>
            <a:r>
              <a:t>Partner Model</a:t>
            </a:r>
          </a:p>
          <a:p>
            <a:pPr lvl="1"/>
            <a:r>
              <a:t>  Takes ownership of the workflow instead of waiting for micro-instructions.</a:t>
            </a:r>
          </a:p>
          <a:p>
            <a:pPr/>
            <a:r>
              <a:t>Worker Architecture</a:t>
            </a:r>
          </a:p>
          <a:p>
            <a:pPr lvl="1"/>
            <a:r>
              <a:t>  Uses the right model for the right job, managed internally.</a:t>
            </a:r>
          </a:p>
          <a:p>
            <a:pPr/>
            <a:r>
              <a:t>Outcome-First Interaction</a:t>
            </a:r>
          </a:p>
          <a:p>
            <a:pPr lvl="1"/>
            <a:r>
              <a:t>  Instead of: "Run command A, open browser, save file..."</a:t>
            </a:r>
          </a:p>
          <a:p>
            <a:pPr lvl="1"/>
            <a:r>
              <a:t>  The User says: "Investigate this and give me the result."</a:t>
            </a:r>
          </a:p>
          <a:p>
            <a:pPr/>
            <a:r>
              <a:t>Linux Application Integration</a:t>
            </a:r>
          </a:p>
          <a:p>
            <a:pPr lvl="1"/>
            <a:r>
              <a:t>  Operates at the application layer with real system capabilities.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/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Traditional AI vs. HADES</a:t>
            </a:r>
          </a:p>
          <a:p>
            <a:pPr/>
            <a:r>
              <a:t>Traditional AI:</a:t>
            </a:r>
          </a:p>
          <a:p>
            <a:pPr lvl="1"/>
            <a:r>
              <a:t>  USER -&gt; PROMPT -&gt; RESPONSE</a:t>
            </a:r>
          </a:p>
          <a:p>
            <a:pPr/>
            <a:r>
              <a:t>HADES:</a:t>
            </a:r>
          </a:p>
          <a:p>
            <a:pPr lvl="1"/>
            <a:r>
              <a:t>  USER -&gt; GOAL -&gt; HADES -&gt; ORCHESTRATION -&gt; WORKERS -&gt; TOOLS -&gt; VERIFIED RESULT</a:t>
            </a:r>
          </a:p>
          <a:p>
            <a:pPr/>
            <a:r>
              <a:t>The Technical Shift:</a:t>
            </a:r>
          </a:p>
          <a:p>
            <a:pPr lvl="1"/>
            <a:r>
              <a:t>  Human intent becomes an executable objective.</a:t>
            </a:r>
          </a:p>
          <a:p>
            <a:pPr lvl="1"/>
            <a:r>
              <a:t>  AI acts as an intelligent execution layer over Linux.</a:t>
            </a:r>
          </a:p>
          <a:p>
            <a:pPr lvl="1"/>
            <a:r>
              <a:t>  Focuses on verified completion, not just text generation.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/ Real-World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Intelligent Workspace Cleanup</a:t>
            </a:r>
          </a:p>
          <a:p>
            <a:pPr/>
            <a:r>
              <a:t>User: "Inspect my workspace, identify what is taking up space, and tell me what is safe to clean."</a:t>
            </a:r>
          </a:p>
          <a:p>
            <a:pPr/>
            <a:r>
              <a:t>HADES Execution:</a:t>
            </a:r>
          </a:p>
          <a:p>
            <a:pPr lvl="1"/>
            <a:r>
              <a:t>  Understands the goal.</a:t>
            </a:r>
          </a:p>
          <a:p>
            <a:pPr lvl="1"/>
            <a:r>
              <a:t>  Inspects the Linux environment.</a:t>
            </a:r>
          </a:p>
          <a:p>
            <a:pPr lvl="1"/>
            <a:r>
              <a:t>  Identifies large files (caches, logs, build artifacts).</a:t>
            </a:r>
          </a:p>
          <a:p>
            <a:pPr lvl="1"/>
            <a:r>
              <a:t>  Determines what is potentially safe to remove.</a:t>
            </a:r>
          </a:p>
          <a:p>
            <a:pPr lvl="1"/>
            <a:r>
              <a:t>  Does NOT blindly delete.</a:t>
            </a:r>
          </a:p>
          <a:p>
            <a:pPr lvl="1"/>
            <a:r>
              <a:t>  Returns a useful, verified report.</a:t>
            </a:r>
          </a:p>
          <a:p>
            <a:pPr/>
            <a:r>
              <a:t>Result: AI + Linux + Automation + Decision-making.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/ Linux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Why Linux?</a:t>
            </a:r>
          </a:p>
          <a:p>
            <a:pPr/>
            <a:r>
              <a:t>The Target: An AI-powered application operating at the Linux application layer.</a:t>
            </a:r>
          </a:p>
          <a:p>
            <a:pPr/>
            <a:r>
              <a:t>Direct Control</a:t>
            </a:r>
          </a:p>
          <a:p>
            <a:pPr lvl="1"/>
            <a:r>
              <a:t>  Access to shell, filesystem, and processes provides a real execution environment.</a:t>
            </a:r>
          </a:p>
          <a:p>
            <a:pPr/>
            <a:r>
              <a:t>Composability</a:t>
            </a:r>
          </a:p>
          <a:p>
            <a:pPr lvl="1"/>
            <a:r>
              <a:t>  Integrates smoothly with open-source tooling, developer workflows, and scripting.</a:t>
            </a:r>
          </a:p>
          <a:p>
            <a:pPr/>
            <a:r>
              <a:t>Note: HADES is an AI-powered Linux application, NOT a kernel modification or OS replacement.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/ The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One Complete End-to-End Mission</a:t>
            </a:r>
          </a:p>
          <a:p>
            <a:pPr/>
            <a:r>
              <a:t>The demo proves actual functionality, not simulated UI.</a:t>
            </a:r>
          </a:p>
          <a:p>
            <a:pPr/>
            <a:r>
              <a:t>The Flow:</a:t>
            </a:r>
          </a:p>
          <a:p>
            <a:pPr lvl="1"/>
            <a:r>
              <a:t>  1. User gives HADES a real goal.</a:t>
            </a:r>
          </a:p>
          <a:p>
            <a:pPr lvl="1"/>
            <a:r>
              <a:t>  2. HADES understands and creates a mission.</a:t>
            </a:r>
          </a:p>
          <a:p>
            <a:pPr lvl="1"/>
            <a:r>
              <a:t>  3. Execution begins.</a:t>
            </a:r>
          </a:p>
          <a:p>
            <a:pPr lvl="1"/>
            <a:r>
              <a:t>  4. Workers and Linux Tools are utilized.</a:t>
            </a:r>
          </a:p>
          <a:p>
            <a:pPr lvl="1"/>
            <a:r>
              <a:t>  5. Result is verified.</a:t>
            </a:r>
          </a:p>
          <a:p>
            <a:pPr lvl="1"/>
            <a:r>
              <a:t>  6. HADES returns to the user with the completed work.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/ Dataset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Foundation Models &amp; System State</a:t>
            </a:r>
          </a:p>
          <a:p>
            <a:pPr/>
            <a:r>
              <a:t>Current Prototype</a:t>
            </a:r>
          </a:p>
          <a:p>
            <a:pPr lvl="1"/>
            <a:r>
              <a:t>  No custom training dataset is required.</a:t>
            </a:r>
          </a:p>
          <a:p>
            <a:pPr lvl="1"/>
            <a:r>
              <a:t>  Uses foundation models through configurable providers.</a:t>
            </a:r>
          </a:p>
          <a:p>
            <a:pPr lvl="1"/>
            <a:r>
              <a:t>  Relies on live system state, tool outputs, and application memory.</a:t>
            </a:r>
          </a:p>
          <a:p>
            <a:pPr/>
            <a:r>
              <a:t>Future Roadmap</a:t>
            </a:r>
          </a:p>
          <a:p>
            <a:pPr lvl="1"/>
            <a:r>
              <a:t>  Domain-specific evaluation datasets.</a:t>
            </a:r>
          </a:p>
          <a:p>
            <a:pPr lvl="1"/>
            <a:r>
              <a:t>  Task traces to improve reliability and execution speed.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/ Impact &amp; Future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t>AI That Works With You</a:t>
            </a:r>
          </a:p>
          <a:p>
            <a:pPr/>
            <a:r>
              <a:t>Current Impact</a:t>
            </a:r>
          </a:p>
          <a:p>
            <a:pPr lvl="1"/>
            <a:r>
              <a:t>  Reduces the cognitive load of orchestrating complex workflows.</a:t>
            </a:r>
          </a:p>
          <a:p>
            <a:pPr lvl="1"/>
            <a:r>
              <a:t>  Turns Linux into an outcome-driven environment.</a:t>
            </a:r>
          </a:p>
          <a:p>
            <a:pPr/>
            <a:r>
              <a:t>Future Vision (Roadmap)</a:t>
            </a:r>
          </a:p>
          <a:p>
            <a:pPr lvl="1"/>
            <a:r>
              <a:t>  Harden the Linux execution loop.</a:t>
            </a:r>
          </a:p>
          <a:p>
            <a:pPr lvl="1"/>
            <a:r>
              <a:t>  Strengthen verification and recovery strategies.</a:t>
            </a:r>
          </a:p>
          <a:p>
            <a:pPr lvl="1"/>
            <a:r>
              <a:t>  Expand worker capabilities and specialized agents.</a:t>
            </a:r>
          </a:p>
          <a:p>
            <a:pPr lvl="1"/>
            <a:r>
              <a:t>  Refine the partner-style UX and voice interaction.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HADES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Tell it what needs to happen.</a:t>
            </a:r>
          </a:p>
          <a:p>
            <a:r>
              <a:t>Let it handle the work.</a:t>
            </a:r>
          </a:p>
          <a:p/>
          <a:p>
            <a: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