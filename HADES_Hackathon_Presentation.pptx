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Segoe UI"/>
              </a:defRPr>
            </a:pPr>
            <a:r>
              <a:t>HADES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8892B0"/>
                </a:solidFill>
                <a:latin typeface="Segoe UI"/>
              </a:defRPr>
            </a:pPr>
            <a:r>
              <a:t>AI that works with you — not just talks to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00D2FF"/>
                </a:solidFill>
                <a:latin typeface="Segoe UI"/>
              </a:defRPr>
            </a:pPr>
            <a:r>
              <a:t>Open Innovation — Linux Based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The problem isn't access to AI. It's orchestration.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8892B0"/>
                </a:solidFill>
                <a:latin typeface="Segoe UI"/>
              </a:defRPr>
            </a:pPr>
            <a:r>
              <a:t>Today, users have to become the orchestration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18872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743200"/>
            <a:ext cx="118872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0"/>
            <a:ext cx="118872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743200"/>
            <a:ext cx="118872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COPY / PASTE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118872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ANOTHER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743200"/>
            <a:ext cx="118872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743200"/>
            <a:ext cx="118872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0" y="2743200"/>
            <a:ext cx="118872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The Burden: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572000"/>
            <a:ext cx="1371600" cy="73152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Plan.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572000"/>
            <a:ext cx="1371600" cy="73152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Choose tools.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4572000"/>
            <a:ext cx="1371600" cy="73152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Maintain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572000"/>
            <a:ext cx="1371600" cy="73152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Execute.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572000"/>
            <a:ext cx="1371600" cy="73152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Monitor.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4572000"/>
            <a:ext cx="1371600" cy="73152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Verify.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From asking AI questions → to delegating outcomes.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8892B0"/>
                </a:solidFill>
                <a:latin typeface="Segoe UI"/>
              </a:defRPr>
            </a:pPr>
            <a:r>
              <a:t>TRADITIONAL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FFFFFF"/>
                </a:solidFill>
                <a:latin typeface="Segoe UI"/>
              </a:defRPr>
            </a:pPr>
            <a:r>
              <a:t>"Tell me how to do it."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200400"/>
            <a:ext cx="182880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931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389120"/>
            <a:ext cx="182880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28800"/>
            <a:ext cx="18288" cy="4114800"/>
          </a:xfrm>
          <a:prstGeom prst="round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0D2FF"/>
                </a:solidFill>
                <a:latin typeface="Segoe UI"/>
              </a:defRPr>
            </a:pPr>
            <a:r>
              <a:t>HADES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FFFFFF"/>
                </a:solidFill>
                <a:latin typeface="Segoe UI"/>
              </a:defRPr>
            </a:pPr>
            <a:r>
              <a:t>"Handle it."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926080"/>
            <a:ext cx="1828800" cy="548640"/>
          </a:xfrm>
          <a:prstGeom prst="roundRect">
            <a:avLst/>
          </a:prstGeom>
          <a:solidFill>
            <a:srgbClr val="00D2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0F19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840480"/>
            <a:ext cx="1828800" cy="5486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ORCHESTRATION</a:t>
            </a:r>
            <a:br/>
            <a:r>
              <a:t>&amp;</a:t>
            </a:r>
            <a:br/>
            <a:r>
              <a:t>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754880"/>
            <a:ext cx="2743200" cy="731520"/>
          </a:xfrm>
          <a:prstGeom prst="roundRect">
            <a:avLst/>
          </a:prstGeom>
          <a:solidFill>
            <a:srgbClr val="005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VERIFIED RESULT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What is HADES?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HADES is an AI-powered application designed to act as a working partner — understanding user goals, coordinating specialized workers and tools, executing tasks, and returning with the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286000"/>
            <a:ext cx="182880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3383280"/>
            <a:ext cx="182880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480560"/>
            <a:ext cx="3657600" cy="73152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WORKERS +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577840"/>
            <a:ext cx="1645920" cy="731520"/>
          </a:xfrm>
          <a:prstGeom prst="roundRect">
            <a:avLst/>
          </a:prstGeom>
          <a:solidFill>
            <a:srgbClr val="2C1E3D"/>
          </a:solidFill>
          <a:ln w="190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577840"/>
            <a:ext cx="1645920" cy="731520"/>
          </a:xfrm>
          <a:prstGeom prst="roundRect">
            <a:avLst/>
          </a:prstGeom>
          <a:solidFill>
            <a:srgbClr val="005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RESULT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How HADES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D2FF"/>
                </a:solidFill>
                <a:latin typeface="Segoe UI"/>
              </a:defRPr>
            </a:pPr>
            <a:r>
              <a:t>An execution pipeline designed for outcomes.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46304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2286000"/>
            <a:ext cx="146304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146304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DELEGATE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2286000"/>
            <a:ext cx="146304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286000"/>
            <a:ext cx="146304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286000"/>
            <a:ext cx="146304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User Visibility: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3657600" cy="36576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"Got it. I'm on it."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37759"/>
            <a:ext cx="3657600" cy="36576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"I've handled the research."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3657600" cy="36576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"I'm working through the files."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6035040"/>
            <a:ext cx="3657600" cy="36576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8892B0"/>
                </a:solidFill>
                <a:latin typeface="Segoe UI"/>
              </a:defRPr>
            </a:pPr>
            <a:r>
              <a:t>"I'll ping you when it's done."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572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D2FF"/>
                </a:solidFill>
                <a:latin typeface="Segoe UI"/>
              </a:defRPr>
            </a:pPr>
            <a:r>
              <a:t>The user remains in control but does not have to micromanage execution. No chain-of-thought walls of text.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Internal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D2FF"/>
                </a:solidFill>
                <a:latin typeface="Segoe UI"/>
              </a:defRPr>
            </a:pPr>
            <a:r>
              <a:t>Two distinct systems for interaction and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3657600" cy="3200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PARTNER BRAIN</a:t>
            </a:r>
            <a:br/>
            <a:br/>
            <a:r>
              <a:t>• Conversation</a:t>
            </a:r>
            <a:br/>
            <a:r>
              <a:t>• Context</a:t>
            </a:r>
            <a:br/>
            <a:r>
              <a:t>• Intent</a:t>
            </a:r>
            <a:br/>
            <a:r>
              <a:t>• Clarification</a:t>
            </a:r>
            <a:br/>
            <a:r>
              <a:t>• User relationship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286000"/>
            <a:ext cx="3657600" cy="3200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EXECUTION BRAIN</a:t>
            </a:r>
            <a:br/>
            <a:br/>
            <a:r>
              <a:t>• Mission</a:t>
            </a:r>
            <a:br/>
            <a:r>
              <a:t>• Planning</a:t>
            </a:r>
            <a:br/>
            <a:r>
              <a:t>• Orchestration</a:t>
            </a:r>
            <a:br/>
            <a:r>
              <a:t>• Delegation</a:t>
            </a:r>
            <a:br/>
            <a:r>
              <a:t>• Execution</a:t>
            </a:r>
            <a:br/>
            <a:r>
              <a:t>•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>
                <a:solidFill>
                  <a:srgbClr val="00D2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43891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92B0"/>
                </a:solidFill>
                <a:latin typeface="Segoe UI"/>
              </a:defRPr>
            </a:pPr>
            <a:r>
              <a:t>Hands off intent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HADES doesn't have to do everything itself.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1371600"/>
            <a:ext cx="182880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2103120"/>
            <a:ext cx="18288" cy="457200"/>
          </a:xfrm>
          <a:prstGeom prst="round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7315200" cy="18288"/>
          </a:xfrm>
          <a:prstGeom prst="round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2560320"/>
            <a:ext cx="18288" cy="457200"/>
          </a:xfrm>
          <a:prstGeom prst="round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0" y="2560320"/>
            <a:ext cx="18288" cy="457200"/>
          </a:xfrm>
          <a:prstGeom prst="round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0" y="2560320"/>
            <a:ext cx="18288" cy="457200"/>
          </a:xfrm>
          <a:prstGeom prst="round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3017520"/>
            <a:ext cx="18288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Research Worker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017520"/>
            <a:ext cx="18288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Computer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017520"/>
            <a:ext cx="18288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Creation Worker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1828800" cy="54864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Web /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14800"/>
            <a:ext cx="1828800" cy="54864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Linux Shell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114800"/>
            <a:ext cx="1828800" cy="54864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Files /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Workers are specialized execution units/models.</a:t>
            </a:r>
            <a:br/>
            <a:r>
              <a:t>HADES decides which worker is appropriate.</a:t>
            </a:r>
            <a:br/>
            <a:r>
              <a:t>The user does not need to manually select the worker.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Why Linux?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D2FF"/>
                </a:solidFill>
                <a:latin typeface="Segoe UI"/>
              </a:defRPr>
            </a:pPr>
            <a:r>
              <a:t>Operating at the Linux application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28600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2286000" cy="914400"/>
          </a:xfrm>
          <a:prstGeom prst="roundRect">
            <a:avLst/>
          </a:prstGeom>
          <a:solidFill>
            <a:srgbClr val="2C1E3D"/>
          </a:solidFill>
          <a:ln w="190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  <a:br/>
            <a:r>
              <a:t>Capabilities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86000"/>
            <a:ext cx="22860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286000"/>
            <a:ext cx="22860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Filesystem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22860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Processes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383280"/>
            <a:ext cx="22860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383280"/>
            <a:ext cx="22860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383280"/>
            <a:ext cx="22860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480560"/>
            <a:ext cx="2286000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D2FF"/>
                </a:solidFill>
                <a:latin typeface="Segoe UI"/>
              </a:defRPr>
            </a:pPr>
            <a:r>
              <a:t>HADES does not replace Linux or modify the kernel.</a:t>
            </a:r>
            <a:br/>
            <a:r>
              <a:t>HADES is an AI-powered application that uses the Linux environment to perform real work.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What makes HADES different?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18288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PARTNER MODEL</a:t>
            </a:r>
            <a:br/>
            <a:br/>
            <a:r>
              <a:t>HADES owns the workflow instead of making the user orchestrate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828800"/>
            <a:ext cx="5303520" cy="18288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WORKER ARCHITECTURE</a:t>
            </a:r>
            <a:br/>
            <a:br/>
            <a:r>
              <a:t>Specialized workers can handle different jobs dynamically.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5303520" cy="18288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OUTCOME-FIRST</a:t>
            </a:r>
            <a:br/>
            <a:br/>
            <a:r>
              <a:t>Users describe what needs to happen rather than micro-managing every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114800"/>
            <a:ext cx="5303520" cy="18288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LINUX EXECUTION</a:t>
            </a:r>
            <a:br/>
            <a:br/>
            <a:r>
              <a:t>AI can interact with the real computing environment directly.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Real-World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D2FF"/>
                </a:solidFill>
                <a:latin typeface="Segoe UI"/>
              </a:defRPr>
            </a:pPr>
            <a:r>
              <a:t>Intelligent Workspace Cleanup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731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USER: "Inspect my workspace, find what's taking up space, and tell me what is safe to clean."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4572000" cy="3200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HADES Execution:</a:t>
            </a:r>
            <a:br/>
            <a:br/>
            <a:r>
              <a:t>✓ Understands goal</a:t>
            </a:r>
            <a:br/>
            <a:r>
              <a:t>✓ Inspects workspace</a:t>
            </a:r>
            <a:br/>
            <a:r>
              <a:t>✓ Analyzes files</a:t>
            </a:r>
            <a:br/>
            <a:r>
              <a:t>✓ Categorizes caches/logs/builds</a:t>
            </a:r>
            <a:br/>
            <a:r>
              <a:t>✓ Determines safe candidates</a:t>
            </a:r>
            <a:br/>
            <a:r>
              <a:t>✓ Verifies findings</a:t>
            </a:r>
            <a:br/>
            <a:r>
              <a:t>✓ Returns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3200400"/>
            <a:ext cx="6217920" cy="1828800"/>
          </a:xfrm>
          <a:prstGeom prst="roundRect">
            <a:avLst/>
          </a:prstGeom>
          <a:solidFill>
            <a:srgbClr val="005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RESULT:</a:t>
            </a:r>
            <a:br/>
            <a:r>
              <a:t>"Here's what I found. These files are safe candidates. These require caution. Nothing was deleted without authorization."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Innovation: Changing the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892B0"/>
                </a:solidFill>
                <a:latin typeface="Segoe UI"/>
              </a:defRPr>
            </a:pPr>
            <a:r>
              <a:t>CURRENT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274320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383280"/>
            <a:ext cx="274320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D2FF"/>
                </a:solidFill>
                <a:latin typeface="Segoe UI"/>
              </a:defRPr>
            </a:pPr>
            <a:r>
              <a:t>HADES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920240"/>
            <a:ext cx="3657600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423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60320"/>
            <a:ext cx="3657600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06323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200400"/>
            <a:ext cx="3657600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Workers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7033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840479"/>
            <a:ext cx="3657600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3434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480560"/>
            <a:ext cx="3657600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98347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120640"/>
            <a:ext cx="3657600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6235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5760719"/>
            <a:ext cx="3657600" cy="457200"/>
          </a:xfrm>
          <a:prstGeom prst="roundRect">
            <a:avLst/>
          </a:prstGeom>
          <a:solidFill>
            <a:srgbClr val="005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Outcome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D2FF"/>
                </a:solidFill>
                <a:latin typeface="Segoe UI"/>
              </a:defRPr>
            </a:pPr>
            <a:r>
              <a:t>Honesty in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572000" cy="3657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CURRENTLY IMPLEMENTED</a:t>
            </a:r>
            <a:br/>
            <a:br/>
            <a:r>
              <a:t>• Core Partner Brain loop</a:t>
            </a:r>
            <a:br/>
            <a:r>
              <a:t>• Execution Brain orchestrator</a:t>
            </a:r>
            <a:br/>
            <a:r>
              <a:t>• File &amp; Shell Worker integration</a:t>
            </a:r>
            <a:br/>
            <a:r>
              <a:t>• Autonomous tool usage</a:t>
            </a:r>
            <a:br/>
            <a:r>
              <a:t>• LLM API integration (providers)</a:t>
            </a:r>
            <a:br/>
            <a:r>
              <a:t>• Safe execution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295" y="1828800"/>
            <a:ext cx="4572000" cy="3657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89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8892B0"/>
                </a:solidFill>
                <a:latin typeface="Segoe UI"/>
              </a:defRPr>
            </a:pPr>
            <a:r>
              <a:t>PLANNED / NEXT</a:t>
            </a:r>
            <a:br/>
            <a:br/>
            <a:r>
              <a:t>• Hardened sandbox execution</a:t>
            </a:r>
            <a:br/>
            <a:r>
              <a:t>• Advanced visual/browser workers</a:t>
            </a:r>
            <a:br/>
            <a:r>
              <a:t>• Self-healing failure recovery</a:t>
            </a:r>
            <a:br/>
            <a:r>
              <a:t>• Voice and multimodal intent</a:t>
            </a:r>
            <a:br/>
            <a:r>
              <a:t>• Long-term episodic memory</a:t>
            </a:r>
            <a:br/>
            <a:r>
              <a:t>• Custom evaluation datasets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One mission. End to end.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19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9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19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9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2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98480" y="3657600"/>
            <a:ext cx="1097280" cy="731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D2FF"/>
                </a:solidFill>
                <a:latin typeface="Segoe UI"/>
              </a:defRPr>
            </a:pPr>
            <a:r>
              <a:t>Transitioning to Live Demo...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Tell HADES what needs to happen.</a:t>
            </a:r>
            <a:br/>
            <a:r>
              <a:t>Let it handle the work.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37790" y="4572000"/>
            <a:ext cx="731520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AI Partner  +  Workers  +  Linux  +  Execution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